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8288000" cy="10287000"/>
  <p:notesSz cx="10287000" cy="1828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a9d0-f442-85af-8000-00008b9ab92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a9ed-c9f2-88eb-8000-00002ae06b7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a9f3-0602-8811-8000-000055739c2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a9de-c0c2-8aaf-8000-00001bda293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a9df-e752-825e-8000-00002d065ab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a9ee-3512-8481-8000-0000223e1ba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aa01-eea2-84fe-8000-00001016e41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a9ff-e792-811d-8000-0000961b3d5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aa00-cfc2-807a-8000-0000a48f133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aa03-b572-80bd-8000-0000287d557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aa0f-b4f2-846a-8000-0000813c17e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aa1d-5ab2-8a8c-8000-00005c9c1d9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Gemini File Search API Deep Dive</dc:title>
  <dc:subject>Gemini File Search API Deep Dive</dc:subject>
  <dc:creator>Kimi</dc:creator>
  <cp:lastModifiedBy>Kimi</cp:lastModifiedBy>
  <cp:revision>1</cp:revision>
  <dcterms:created xsi:type="dcterms:W3CDTF">2025-12-01T15:58:51Z</dcterms:created>
  <dcterms:modified xsi:type="dcterms:W3CDTF">2025-12-01T15:58:51Z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{"Label":"Gemini File Search API Deep Dive","ContentProducer":"001191110108MACG2KBH8F10000","ProduceID":"d4mriets8fb931ob1d1g","ReservedCode1":"","ContentPropagator":"001191110108MACG2KBH8F20000","PropagateID":"d4mriets8fb931ob1d1g","ReservedCode2":""}</vt:lpwstr>
  </property>
</Properties>
</file>